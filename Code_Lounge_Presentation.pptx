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Pretendard"/>
              </a:defRPr>
            </a:pPr>
            <a:r>
              <a:t>NEXT-GENERATION REAL-TIME DEV LOUNGE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8FAFC"/>
                </a:solidFill>
                <a:latin typeface="Pretendard"/>
              </a:defRPr>
            </a:pPr>
            <a:r>
              <a:t>흩어진 개발 환경을 하나로, Code Lounge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  <a:latin typeface="Pretendard"/>
              </a:defRPr>
            </a:pPr>
            <a:r>
              <a:t>실시간 웹소켓 동기화 · 5개 언어 웹 샌드박스 · AI 비서 · 협업 라운지 올인원 플랫폼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2560320" cy="146304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57200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01. WebSocket Live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실시간 Presence &amp; 동기화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4389120"/>
            <a:ext cx="2560320" cy="146304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457200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02. 5-Lang Sandbox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무설치 브라우저 컴파일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389120"/>
            <a:ext cx="2560320" cy="146304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57200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03. AI Assistant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슬래시 회의 요약 &amp; 일정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4389120"/>
            <a:ext cx="2560320" cy="146304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457200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04. CI/CD &amp; Deploy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Docker Compose 무중단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Pretendard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retendard"/>
              </a:defRPr>
            </a:pPr>
            <a:r>
              <a:t>개발팀 협업의 3대 고질병: 도구 파편화와 실시간 싱크 단절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Pretendard"/>
              </a:defRPr>
            </a:pPr>
            <a:r>
              <a:t>02/15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8036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⚠️ 도구 파편화 (Tool Fragmentation)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Context Switching 피로도 누적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슬랙/카톡 (채팅), 노션 (회의록), 구글 캘린더 (일정), 로컬 IDE (코딩)의 극심한 분산</a:t>
            </a:r>
            <a:br/>
            <a:r>
              <a:t>• 링크 복사-붙여넣기에 불필요한 인지 부하 발생</a:t>
            </a:r>
            <a:br/>
            <a:r>
              <a:t>• 맥락이 끊겨 프로젝트 집중도 저하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3756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8036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⏳ 일정 &amp; 회의록 유실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대화 속 Action Item 실종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채팅 중 나온 '내일 3시 회의', '금요일 데드라인'이 캘린더에 수동 등록되지 않아 누락</a:t>
            </a:r>
            <a:br/>
            <a:r>
              <a:t>• 회의 후 요약본 작성을 미루다 결정 사항 증발</a:t>
            </a:r>
            <a:br/>
            <a:r>
              <a:t>• 팀원 간 마감 기한 인지 불일치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3756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828800"/>
            <a:ext cx="288036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💻 환경 설정 장벽 &amp; 접속 단절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'내 컴에선 되는데' &amp; 상태 불투명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로컬 SDK/컴파일러 버전 불일치로 팀원 코드 검증 지연</a:t>
            </a:r>
            <a:br/>
            <a:r>
              <a:t>• 팀원이 지금 접속 중인지, 작업 중인지 알 수 없음</a:t>
            </a:r>
            <a:br/>
            <a:r>
              <a:t>• 초대 및 권한 부여 과정의 번거로움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Pretendard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retendard"/>
              </a:defRPr>
            </a:pPr>
            <a:r>
              <a:t>실시간 비동기 풀스택 아키텍처 &amp; DevOps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Pretendard"/>
              </a:defRPr>
            </a:pPr>
            <a:r>
              <a:t>03/15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0116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🖥️ Frontend Layer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모듈러 SPA + History API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18개 도메인별 CSS 모듈</a:t>
            </a:r>
            <a:br/>
            <a:r>
              <a:t>• Core / Pages / Shell 분리</a:t>
            </a:r>
            <a:br/>
            <a:r>
              <a:t>• History API 고유 URL 라우터</a:t>
            </a:r>
            <a:br/>
            <a:r>
              <a:t>  (/app/workspace, /app/team)</a:t>
            </a:r>
            <a:br/>
            <a:r>
              <a:t>• PWA manifest 지원</a:t>
            </a:r>
            <a:br/>
            <a:r>
              <a:t>• Web Worker / WebSocket 클라이언트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828800"/>
            <a:ext cx="20116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⚙️ Backend Core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FastAPI + WebSocket Live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비동기 ASGI (FastAPI + Uvicorn)</a:t>
            </a:r>
            <a:br/>
            <a:r>
              <a:t>• SQLAlchemy Async + SQLite</a:t>
            </a:r>
            <a:br/>
            <a:r>
              <a:t>• /ws/live 실시간 푸시 허브</a:t>
            </a:r>
            <a:br/>
            <a:r>
              <a:t>• SQLAlchemy after_commit 훅</a:t>
            </a:r>
            <a:br/>
            <a:r>
              <a:t>• JWT 인증 + RBAC 권한 엔진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20116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🚀 Sandbox Runner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비동기 서브프로세스 격리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5개 언어 (Py, Java, C#, C++, C)</a:t>
            </a:r>
            <a:br/>
            <a:r>
              <a:t>• Windows 내장 csc.exe 자동 탐색</a:t>
            </a:r>
            <a:br/>
            <a:r>
              <a:t>• 15초 강제 타임아웃 킬러</a:t>
            </a:r>
            <a:br/>
            <a:r>
              <a:t>• UTF-8 표준 입출력 스트림 보정</a:t>
            </a:r>
            <a:br/>
            <a:r>
              <a:t>• CPU/메모리 고갈 방지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828800"/>
            <a:ext cx="20116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🐳 DevOps &amp; CI/CD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자동 배포 &amp; 컨테이너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GitHub Actions (deploy.yml)</a:t>
            </a:r>
            <a:br/>
            <a:r>
              <a:t>• Docker Compose 무중단 재배포</a:t>
            </a:r>
            <a:br/>
            <a:r>
              <a:t>• .dockerignore 최적화</a:t>
            </a:r>
            <a:br/>
            <a:r>
              <a:t>• 정적 자산 해시 캐시 버스팅</a:t>
            </a:r>
            <a:br/>
            <a:r>
              <a:t>• Zero Downtime Restart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Pretendard"/>
              </a:defRPr>
            </a:pPr>
            <a:r>
              <a:t>CORE INNOVATION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retendard"/>
              </a:defRPr>
            </a:pPr>
            <a:r>
              <a:t>[NEW] WebSocket 실시간 푸시 엔진 &amp; Live Presence 동기화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Pretendard"/>
              </a:defRPr>
            </a:pPr>
            <a:r>
              <a:t>04/15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⚡ /ws/live 양방향 브로드캐스트 엔진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Polling에서 Event-Driven Push로 혁신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1. SQLAlchemy after_commit 이벤트 훅 연동</a:t>
            </a:r>
            <a:br/>
            <a:r>
              <a:t>   • 채팅, 일정, 회의록, 팀원 변경이 DB에 커밋되는 순간 연결된 세션에 100% 즉시 푸시</a:t>
            </a:r>
            <a:br/>
            <a:r>
              <a:t>2. 폴링(Polling) 대역폭 최적화</a:t>
            </a:r>
            <a:br/>
            <a:r>
              <a:t>   • 웹소켓 연결 중에는 백그라운드 폴링 주기를 늦춰 서버 부하 90% 이상 절감</a:t>
            </a:r>
            <a:br/>
            <a:r>
              <a:t>   • 소켓 유실 시 자동 복구 및 폴링 폴백(Fallback) 안전망 가동</a:t>
            </a:r>
            <a:br/>
            <a:r>
              <a:t>3. 프로젝트/팀 단위 룸 격리</a:t>
            </a:r>
            <a:br/>
            <a:r>
              <a:t>   • 해당 프로젝트에 소속된 멤버에게만 이벤트를 타겟 브로드캐스트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🟢 실시간 팀원 Presence &amp; 협업 피드백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접속 상태와 작업 맥락의 실시간 공유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1. 접속 즉시 Online / Offline 상태 브로드캐스트</a:t>
            </a:r>
            <a:br/>
            <a:r>
              <a:t>   • 웹소켓 연결 수립/해제 시 실시간 상태 감지</a:t>
            </a:r>
            <a:br/>
            <a:r>
              <a:t>2. 실시간 타이핑 인디케이터 (Typing Indicator)</a:t>
            </a:r>
            <a:br/>
            <a:r>
              <a:t>   • 팀원이 메시지를 작성 중일 때 부드러운 말풍선 애니메이션(...) 표출</a:t>
            </a:r>
            <a:br/>
            <a:r>
              <a:t>3. 'N명 접속 중' 및 팀원 아바타 상태 도트</a:t>
            </a:r>
            <a:br/>
            <a:r>
              <a:t>   • 상단 헤더 및 채팅창에 팀원의 실시간 재실 여부 녹색 도트로 표시</a:t>
            </a:r>
            <a:br/>
            <a:r>
              <a:t>4. 스마트 스크롤 &amp; 새 메시지 플로팅 버튼</a:t>
            </a:r>
            <a:br/>
            <a:r>
              <a:t>   • 과거 대화 열람 중 새 메시지 도착 시 직관적인 알림 점프 제공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Pretendard"/>
              </a:defRPr>
            </a:pPr>
            <a:r>
              <a:t>CORE INNOVATION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retendard"/>
              </a:defRPr>
            </a:pPr>
            <a:r>
              <a:t>무설치 5개 언어 브라우저 샌드박스 컴파일러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Pretendard"/>
              </a:defRPr>
            </a:pPr>
            <a:r>
              <a:t>05/15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640080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💻 클라이언트 설치 없는 5개 언어 원클릭 실행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Python, Java, C#, C++, C 완전 지원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Python 3: 실시간 인터프리터 비동기 파이프 실행</a:t>
            </a:r>
            <a:br/>
            <a:r>
              <a:t>• Java: javac 동적 컴파일 후 클래스패스 기반 실행</a:t>
            </a:r>
            <a:br/>
            <a:r>
              <a:t>• C/C++: GCC/Clang 기반 네이티브 빌드 및 메모리 실행</a:t>
            </a:r>
            <a:br/>
            <a:r>
              <a:t>• C#: Windows OS 내장 csc.exe 자동 탐색 알고리즘 탑재 (.NET SDK 미설치 PC에서도 즉시 실행)</a:t>
            </a:r>
            <a:br/>
            <a:r>
              <a:t>• 보안 격리: 15초 프로세스 트리 강제 킬러로 무한루프 완벽 차단</a:t>
            </a:r>
            <a:br/>
            <a:r>
              <a:t>• 표준 입출력 UTF-8 자동 보정으로 한글 깨짐 원천 차단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828800"/>
            <a:ext cx="310896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📊 실행 벤치마크 &amp; 안정성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무중단 샌드박스 메트릭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[지원 언어]</a:t>
            </a:r>
            <a:br/>
            <a:r>
              <a:t>• 5개 주요 프로그래밍 언어</a:t>
            </a:r>
            <a:br/>
            <a:br/>
            <a:r>
              <a:t>[평균 응답 속도]</a:t>
            </a:r>
            <a:br/>
            <a:r>
              <a:t>• Python: &lt; 0.2초</a:t>
            </a:r>
            <a:br/>
            <a:r>
              <a:t>• C/C++: &lt; 0.6초</a:t>
            </a:r>
            <a:br/>
            <a:r>
              <a:t>• C# (내장 csc): &lt; 0.8초</a:t>
            </a:r>
            <a:br/>
            <a:br/>
            <a:r>
              <a:t>[안정성 보장]</a:t>
            </a:r>
            <a:br/>
            <a:r>
              <a:t>• 15s 타임아웃 100% 자원 회수</a:t>
            </a:r>
            <a:br/>
            <a:r>
              <a:t>• 서브프로세스 트리 자동 클린업</a:t>
            </a:r>
            <a:br/>
            <a:r>
              <a:t>• 임시 빌드 파일 완전 자동 삭제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Pretendard"/>
              </a:defRPr>
            </a:pPr>
            <a:r>
              <a:t>CORE INNOVATION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retendard"/>
              </a:defRPr>
            </a:pPr>
            <a:r>
              <a:t>채팅 내장형 AI 비서: 슬래시 명령어 회의 요약 &amp; 일정 추출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Pretendard"/>
              </a:defRPr>
            </a:pPr>
            <a:r>
              <a:t>06/15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🤖 /요약 명령어: 회의록 자동 구조화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방대한 채팅 대화를 3단계 구조로 압축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실시간 채팅창에 '/요약' 입력 시 즉시 트리거</a:t>
            </a:r>
            <a:br/>
            <a:r>
              <a:t>• 최근 대화 문맥을 분석하여 3가지 섹션으로 자동 정리:</a:t>
            </a:r>
            <a:br/>
            <a:r>
              <a:t>  1) 📋 주요 안건 (Topics)</a:t>
            </a:r>
            <a:br/>
            <a:r>
              <a:t>  2) 💡 결정된 사항 (Decisions)</a:t>
            </a:r>
            <a:br/>
            <a:r>
              <a:t>  3) 📌 다음 할 일 (Action Items)</a:t>
            </a:r>
            <a:br/>
            <a:r>
              <a:t>• 정리된 결과는 프로젝트 공유 회의록(Notes)에 원클릭 자동 보관</a:t>
            </a:r>
            <a:br/>
            <a:r>
              <a:t>• 외부 AI API 장애 시 자체 룰 기반 파서로 무중단 폴백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📅 /캘린더 명령어: 자연어 문맥 일정 등록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'내일 3시 팀 미팅' -&gt; 팀 캘린더 즉시 동기화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자연어 형태의 대화형 일정 명령 완벽 지원:</a:t>
            </a:r>
            <a:br/>
            <a:r>
              <a:t>  예: '/캘린더 내일 오후 3시 백엔드 API 리뷰'</a:t>
            </a:r>
            <a:br/>
            <a:r>
              <a:t>• 날짜, 시간, 일정 제목, 예상 소요 시간을 자동 계산/추출</a:t>
            </a:r>
            <a:br/>
            <a:r>
              <a:t>• 파싱 즉시 팀 공유 캘린더 DB에 실시간 등록</a:t>
            </a:r>
            <a:br/>
            <a:r>
              <a:t>• WebSocket을 통해 모든 팀원의 캘린더 화면에 새로고침 없이 즉시 반영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Pretendard"/>
              </a:defRPr>
            </a:pPr>
            <a:r>
              <a:t>CORE INNOVATION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retendard"/>
              </a:defRPr>
            </a:pPr>
            <a:r>
              <a:t>[NEW] 실시간 팀 관리 허브(/app/team) &amp; 게스트 온보딩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Pretendard"/>
              </a:defRPr>
            </a:pPr>
            <a:r>
              <a:t>07/15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👥 전용 팀 관리 뷰 (/app/team)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실시간 멤버 현황 &amp; 세분화된 RBAC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프로젝트별 팀원 실시간 온라인/오프라인 상태 카드</a:t>
            </a:r>
            <a:br/>
            <a:r>
              <a:t>• 팀장(Owner): 팀원 역할 변경, 추방 권한 보유</a:t>
            </a:r>
            <a:br/>
            <a:r>
              <a:t>• 멤버(Member): 자진 탈퇴 기능 지원</a:t>
            </a:r>
            <a:br/>
            <a:r>
              <a:t>• 브라우저 기본 confirm() 차단 문제를 해결한 세련된 인페이지 확인 모달 적용</a:t>
            </a:r>
            <a:br/>
            <a:r>
              <a:t>• 72시간 만료 토큰 기반의 1초 초대 URL 생성 시스템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🪐 7-노드 Home Orbit &amp; 게스트 온보딩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가짜 데이터 탈피, 100% 실데이터 연동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홈 화면 중앙 오빗(Orbit): 실제 팀원 6명 슬롯 + AI 비서 노드</a:t>
            </a:r>
            <a:br/>
            <a:r>
              <a:t>  (더미 아바타 제거 -&gt; 실제 팀원 이니셜 &amp; 실시간 접속 상태 표출)</a:t>
            </a:r>
            <a:br/>
            <a:r>
              <a:t>• 게스트 홈(Guest Home) 우선 진입 구조:</a:t>
            </a:r>
            <a:br/>
            <a:r>
              <a:t>  - 로그인 전에도 서비스 기능 탐색 가능</a:t>
            </a:r>
            <a:br/>
            <a:r>
              <a:t>  - 로그인 버튼 클릭 시 매끄러운 계정 전환</a:t>
            </a:r>
            <a:br/>
            <a:r>
              <a:t>  - 모든 가짜 통계/목업을 제거하고 실제 DB 데이터 100% 표출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Pretendard"/>
              </a:defRPr>
            </a:pPr>
            <a:r>
              <a:t>CORE INNOVATION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retendard"/>
              </a:defRPr>
            </a:pPr>
            <a:r>
              <a:t>해커톤 &amp; IT 공모전 정보 자동 크롤링 엔진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Pretendard"/>
              </a:defRPr>
            </a:pPr>
            <a:r>
              <a:t>08/15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🕷️ 지능형 공모전 수집 &amp; 파싱 엔진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외부 사이트를 찾아다닐 필요 없는 원스톱 정보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국내 주요 해커톤 및 IT 공모전 플랫폼 주기적 크롤링</a:t>
            </a:r>
            <a:br/>
            <a:r>
              <a:t>• 대회명, 주최 기관, 접수 마감일, 공식 링크 자동 수집</a:t>
            </a:r>
            <a:br/>
            <a:r>
              <a:t>• 비동기 백그라운드 태스크로 사용자 UI 블로킹 제로</a:t>
            </a:r>
            <a:br/>
            <a:r>
              <a:t>• 중복 수집 방지 및 최신 마감일 기준 자동 정렬 피드 제공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📅 원클릭 팀 캘린더 데드라인 동기화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공모전 정보와 팀 일정의 유기적 결합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크롤링된 공모전 카드에서 '캘린더 추가' 버튼 클릭 한 번으로 등록</a:t>
            </a:r>
            <a:br/>
            <a:r>
              <a:t>• 팀 캘린더에 공모전 마감 디데이(D-Day) 자동 핀 고정</a:t>
            </a:r>
            <a:br/>
            <a:r>
              <a:t>• WebSocket을 통해 팀 전원에게 마감일 실시간 공유</a:t>
            </a:r>
            <a:br/>
            <a:r>
              <a:t>• 공모전 준비 회의록 및 관련 코드 파일과 다이렉트 링크 연동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Pretendard"/>
              </a:defRPr>
            </a:pPr>
            <a:r>
              <a:t>ARCHITECTURE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retendard"/>
              </a:defRPr>
            </a:pPr>
            <a:r>
              <a:t>[NEW] 프론트엔드 모듈러 리팩토링 &amp; History SPA 라우팅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Pretendard"/>
              </a:defRPr>
            </a:pPr>
            <a:r>
              <a:t>09/15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📦 8,500줄 모놀리스 -&gt; 모듈러 아키텍처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유지보수성과 개발 생산성의 극적 향상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[이전 구조]</a:t>
            </a:r>
            <a:br/>
            <a:r>
              <a:t>• 8,500줄에 달하는 단일 index.html 파일</a:t>
            </a:r>
            <a:br/>
            <a:r>
              <a:t>• 코드 충돌, 가독성 저하, 모듈 간 결합도 과다</a:t>
            </a:r>
            <a:br/>
            <a:br/>
            <a:r>
              <a:t>[개선 구조]</a:t>
            </a:r>
            <a:br/>
            <a:r>
              <a:t>• frontend/css/: admin, auth, workspace 등 18개 모듈</a:t>
            </a:r>
            <a:br/>
            <a:r>
              <a:t>• frontend/js/core/: api, auth, live, router, session</a:t>
            </a:r>
            <a:br/>
            <a:r>
              <a:t>• frontend/js/pages/: calendar, chat, team, workspace</a:t>
            </a:r>
            <a:br/>
            <a:r>
              <a:t>• frontend/js/shell/: menus, notifications, presence</a:t>
            </a:r>
            <a:br/>
            <a:r>
              <a:t>• manifest.json 순서 기반 정적 번들링 &amp; 캐시 버스팅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🧭 History API 기반 전용 SPA 라우터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브라우저 네이티브 사용자 경험 완벽 구현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화면별 고유 URL 딥링크 지원:</a:t>
            </a:r>
            <a:br/>
            <a:r>
              <a:t>  /app/workspace, /app/team, /app/calendar, /app/chat</a:t>
            </a:r>
            <a:br/>
            <a:r>
              <a:t>• 브라우저 뒤로가기/앞으로가기 완벽 동작 (popstate)</a:t>
            </a:r>
            <a:br/>
            <a:r>
              <a:t>• 뷰 전환 시 동적 페이지 타이틀 자동 갱신</a:t>
            </a:r>
            <a:br/>
            <a:r>
              <a:t>• 단일 서버 라우팅 규칙으로 /app/* 경로 통합 서빙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Pretendard"/>
              </a:defRPr>
            </a:pPr>
            <a:r>
              <a:t>DEVOPS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retendard"/>
              </a:defRPr>
            </a:pPr>
            <a:r>
              <a:t>[NEW] GitHub Actions CI/CD &amp; Docker Compose 무중단 배포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Pretendard"/>
              </a:defRPr>
            </a:pPr>
            <a:r>
              <a:t>10/15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🚀 자동화 CI/CD 파이프라인 (.github/workflows/deploy.yml)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코드 푸시부터 실서버 배포까지 전자동화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main 브랜치 Push 감지 시 자동 실행</a:t>
            </a:r>
            <a:br/>
            <a:r>
              <a:t>• SSH 보안 원격 접속을 통한 프로덕션 배포 파이프라인</a:t>
            </a:r>
            <a:br/>
            <a:r>
              <a:t>• 빌드 테스트 및 환경 검증 단계 내장</a:t>
            </a:r>
            <a:br/>
            <a:r>
              <a:t>• DEPLOY_* 시크릿 기반의 안전한 접근 제어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🐳 Docker Compose 기반 무중단 운영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docs/DEPLOY.md 표준 배포 가이드라인 수립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docker compose up -d --build 기반 무중단 재시작</a:t>
            </a:r>
            <a:br/>
            <a:r>
              <a:t>• .dockerignore 설정을 통한 빌드 컨텍스트 용량 최적화</a:t>
            </a:r>
            <a:br/>
            <a:r>
              <a:t>• 프론트엔드 정적 파일과 FastAPI 백엔드의 단일 컨테이너 통합</a:t>
            </a:r>
            <a:br/>
            <a:r>
              <a:t>• SQLite 데이터 영속성을 위한 볼륨 마운트 구성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Pretendard"/>
              </a:defRPr>
            </a:pPr>
            <a:r>
              <a:t>ENGINEERING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retendard"/>
              </a:defRPr>
            </a:pPr>
            <a:r>
              <a:t>실제 개발 과정에서 극복한 3대 기술 난제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Pretendard"/>
              </a:defRPr>
            </a:pPr>
            <a:r>
              <a:t>11/15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8036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🔍 1. 무설치 C# 컴파일러 탐색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Registry/OS 재귀 탐색 알고리즘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[문제]</a:t>
            </a:r>
            <a:br/>
            <a:r>
              <a:t>• 수 GB의 .NET SDK가 없는 클라이언트 PC에서 C# 컴파일 실패</a:t>
            </a:r>
            <a:br/>
            <a:br/>
            <a:r>
              <a:t>[해결]</a:t>
            </a:r>
            <a:br/>
            <a:r>
              <a:t>• Windows 내장 Microsoft.NET 디렉터리를 재귀 탐색하여 최적의 csc.exe를 자동 감지하는 지능형 탐색 로직 구축</a:t>
            </a:r>
            <a:br/>
            <a:r>
              <a:t>• SDK 무설치 환경에서도 100% C# 빌드 성공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3756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8036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🌐 2. CP949 인코딩 충돌 해결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비동기 UTF-8 디코딩 스트림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[문제]</a:t>
            </a:r>
            <a:br/>
            <a:r>
              <a:t>• Windows 터미널의 기본 CP949 인코딩으로 인해 한글 컴파일 에러 및 출력 깨짐 발생</a:t>
            </a:r>
            <a:br/>
            <a:br/>
            <a:r>
              <a:t>[해결]</a:t>
            </a:r>
            <a:br/>
            <a:r>
              <a:t>• 표준 출력 스트림을 캡처하여 UTF-8 우선 디코딩 및 CP949 폴백 처리하는 하이브리드 인코딩 디코더 개발 완료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3756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828800"/>
            <a:ext cx="288036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⚡ 3. 소켓 유실 대비 하이브리드 동기화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WebSocket + Slow Polling 안전망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[문제]</a:t>
            </a:r>
            <a:br/>
            <a:r>
              <a:t>• 네트워크 단절 시 실시간 이벤트 유실 및 클라이언트 동기화 실패 위험</a:t>
            </a:r>
            <a:br/>
            <a:br/>
            <a:r>
              <a:t>[해결]</a:t>
            </a:r>
            <a:br/>
            <a:r>
              <a:t>• 소켓 정상 연결 시에는 폴링을 저속화하여 부하를 낮추고, 소켓 끊김 감지 시 즉시 백그라운드 폴링으로 자동 전환되는 자가 치유(Self-healing) 구조 구현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Pretendard"/>
              </a:defRPr>
            </a:pPr>
            <a:r>
              <a:t>VERIFICATION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retendard"/>
              </a:defRPr>
            </a:pPr>
            <a:r>
              <a:t>100% 자동화 E2E 테스트 통과 &amp; 오픈소스 라이선스 준수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Pretendard"/>
              </a:defRPr>
            </a:pPr>
            <a:r>
              <a:t>12/15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🧪 E2E 엔드투엔드 통합 검증 100% PASS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scripts/verify_all_action_items.py 자동화 검증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회원가입 / 로그인 / JWT 토큰 발급 테스트 통과</a:t>
            </a:r>
            <a:br/>
            <a:r>
              <a:t>• 5개 언어 코드 컴파일 및 타임아웃 킬러 테스트 통과</a:t>
            </a:r>
            <a:br/>
            <a:r>
              <a:t>• /요약 및 /캘린더 AI 슬래시 파서 파이프라인 검증</a:t>
            </a:r>
            <a:br/>
            <a:r>
              <a:t>• WebSocket 연결 수립 및 이벤트 브로드캐스트 검증</a:t>
            </a:r>
            <a:br/>
            <a:r>
              <a:t>• 팀 생성, 72h 초대 토큰, RBAC 권한 분리 테스트 통과</a:t>
            </a:r>
            <a:br/>
            <a:r>
              <a:t>• Exit Code 0 (전체 테스트 무결점 완료)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📜 오픈소스 라이선스 준수 체계 확립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투명한 라이선스 고지 및 컴플라이언스 확보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사용된 서드파티 라이브러리 전수 조사 및 문서화:</a:t>
            </a:r>
            <a:br/>
            <a:r>
              <a:t>  - FastAPI, Starlette, Pydantic (MIT License)</a:t>
            </a:r>
            <a:br/>
            <a:r>
              <a:t>  - SQLAlchemy, Uvicorn (BSD / MIT License)</a:t>
            </a:r>
            <a:br/>
            <a:r>
              <a:t>  - Tailwind CSS, Monaco Editor (MIT License)</a:t>
            </a:r>
            <a:br/>
            <a:r>
              <a:t>• UI 환경설정 모달 내 '오픈소스 라이선스 명세' 열람 창 제공</a:t>
            </a:r>
            <a:br/>
            <a:r>
              <a:t>• 법적/라이선스적 위험 요소를 원천 차단하여 프로젝트 신뢰도 제고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Pretendard"/>
              </a:defRPr>
            </a:pPr>
            <a:r>
              <a:t>DEMO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retendard"/>
              </a:defRPr>
            </a:pPr>
            <a:r>
              <a:t>실제 팀 협업 사용자 여정 (End-to-End Walkthrough)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Pretendard"/>
              </a:defRPr>
            </a:pPr>
            <a:r>
              <a:t>13/15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960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⚡ Step 1. 게스트 탐색 &amp; 로그인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게스트 홈 진입 -&gt; 원클릭 로그인으로 본인 워크스페이스 전환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10698480" cy="960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⚡ Step 2. 1초 팀원 초대 &amp; 합류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팀장이 72h 초대 링크 복사 -&gt; 팀원은 링크 클릭 즉시 합류 완료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98480" cy="960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⚡ Step 3. 5개 언어 웹 샌드박스 코딩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브라우저에서 C#/Python 코드 작성 및 원클릭 즉시 실행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74920"/>
            <a:ext cx="10698480" cy="960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257800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⚡ Step 4. 실시간 채팅 &amp; AI 슬래시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타이핑 인디케이터 확인 -&gt; '/요약'과 '/캘린더'로 회의록 및 일정 자동 등록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Pretendard"/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retendard"/>
              </a:defRPr>
            </a:pPr>
            <a:r>
              <a:t>향후 발전 로드맵 &amp; 상용화 확장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Pretendard"/>
              </a:defRPr>
            </a:pPr>
            <a:r>
              <a:t>14/15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8036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🚀 단기 계획 (Phase 1)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안정화 및 접근성 강화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Cloudflare Tunnel 기반 상시 퍼블릭 도메인 서비스 배포</a:t>
            </a:r>
            <a:br/>
            <a:r>
              <a:t>• 카카오 / 구글 / 깃허브 소셜 OAuth 연동</a:t>
            </a:r>
            <a:br/>
            <a:r>
              <a:t>• 실시간 웹소켓 재접속 안정성 튜닝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3756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8036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👥 중기 계획 (Phase 2)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실시간 협업 심화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CRDT / Y.js 기반 다중 사용자 실시간 동시 코드 편집</a:t>
            </a:r>
            <a:br/>
            <a:r>
              <a:t>• WebRTC 기반 팀 음성/화면 공유 채널 탑재</a:t>
            </a:r>
            <a:br/>
            <a:r>
              <a:t>• 마크다운 회의록 실시간 협업 에디터 도입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3756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828800"/>
            <a:ext cx="288036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🛡️ 장기 계획 (Phase 3)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보안 및 엔터프라이즈 확장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Docker cgroup / Firecracker 기반 완전 격리 마이크로VM 샌드박스</a:t>
            </a:r>
            <a:br/>
            <a:r>
              <a:t>• AI 기반 코드 리뷰 및 자동 버그 탐지 에이전트</a:t>
            </a:r>
            <a:br/>
            <a:r>
              <a:t>• 대학/부트캠프 전용 팀 대시보드 엔터프라이즈 기능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Pretendard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Pretendard"/>
              </a:defRPr>
            </a:pPr>
            <a:r>
              <a:t>질의응답 (Questions &amp; Answers)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Pretendard"/>
              </a:defRPr>
            </a:pPr>
            <a:r>
              <a:t>15/15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61D2F"/>
          </a:solidFill>
          <a:ln w="15240">
            <a:solidFill>
              <a:srgbClr val="2D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2412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Pretendard"/>
              </a:defRPr>
            </a:pPr>
            <a:r>
              <a:t>흩어진 개발 환경을 하나로, Code Lounge</a:t>
            </a:r>
          </a:p>
          <a:p>
            <a:pPr>
              <a:spcBef>
                <a:spcPts val="300"/>
              </a:spcBef>
              <a:defRPr sz="1000">
                <a:solidFill>
                  <a:srgbClr val="06B6D4"/>
                </a:solidFill>
                <a:latin typeface="Pretendard"/>
              </a:defRPr>
            </a:pPr>
            <a:r>
              <a:t>경청해 주셔서 대단히 감사합니다.</a:t>
            </a:r>
          </a:p>
          <a:p>
            <a:br/>
            <a:br/>
            <a:pPr>
              <a:defRPr sz="1400">
                <a:solidFill>
                  <a:srgbClr val="F8FAFC"/>
                </a:solidFill>
              </a:defRPr>
            </a:pPr>
            <a:r>
              <a:t>💡 주요 질의 대응 준비 완료:</a:t>
            </a:r>
            <a:br/>
            <a:r>
              <a:t>  • Q1. 기존 협업 툴(슬랙, 노션)과의 차별점 -&gt; 개발 특화 올인원 및 실시간 맥락 보존</a:t>
            </a:r>
            <a:br/>
            <a:r>
              <a:t>  • Q2. 샌드박스 보안 타임아웃 및 자원 격리 방안 -&gt; 15s OS 강제 킬러 및 마이크로VM 로드맵</a:t>
            </a:r>
            <a:br/>
            <a:r>
              <a:t>  • Q3. C# 무설치 컴파일 원리 -&gt; Windows 내장 csc.exe 자동 탐색 알고리즘</a:t>
            </a:r>
            <a:br/>
            <a:r>
              <a:t>  • Q4. 실시간 동기화 아키텍처 -&gt; SQLAlchemy after_commit 훅 + WebSocket(/ws/live)</a:t>
            </a:r>
            <a:br/>
            <a:br/>
            <a:r>
              <a:t>지금부터 질문을 받도록 하겠습니다.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